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e19856f2-ae21-3e49-514b-3087117559d0}">
          <p14:sldIdLst>
            <p14:sldId id="256"/>
            <p14:sldId id="257"/>
          </p14:sldIdLst>
        </p14:section>
        <p14:section name="What it does" id="{71de015e-47b0-17c3-5c17-767ca321c334}">
          <p14:sldIdLst>
            <p14:sldId id="258"/>
          </p14:sldIdLst>
        </p14:section>
        <p14:section name="How it works" id="{63486c50-5fd1-3f1e-f79b-94c8fb6f1ee0}">
          <p14:sldIdLst>
            <p14:sldId id="259"/>
            <p14:sldId id="260"/>
          </p14:sldIdLst>
        </p14:section>
        <p14:section name="Measuring honestly" id="{2fd1b2df-b4da-b6fd-81ad-efe6204832e5}">
          <p14:sldIdLst>
            <p14:sldId id="261"/>
            <p14:sldId id="262"/>
            <p14:sldId id="263"/>
          </p14:sldIdLst>
        </p14:section>
        <p14:section name="The platform" id="{c277d652-a624-8f5b-bcda-be313878d20d}">
          <p14:sldIdLst>
            <p14:sldId id="264"/>
            <p14:sldId id="265"/>
            <p14:sldId id="266"/>
          </p14:sldIdLst>
        </p14:section>
        <p14:section name="Conclusion" id="{2899f449-992d-f952-a453-cc68423da4ce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D2A33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D2A33"/>
                </a:solidFill>
                <a:latin typeface="+mn-lt"/>
              </a:rPr>
              <a:t>Rank IC on the demo market (higher is better)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Out-of-sample rank IC</c:v>
                </c:pt>
              </c:strCache>
            </c:strRef>
          </c:tx>
          <c:spPr>
            <a:solidFill>
              <a:srgbClr val="2C5DA8"/>
            </a:solidFill>
            <a:effectLst/>
          </c:spPr>
          <c:invertIfNegative val="0"/>
          <c:dLbls>
            <c:numFmt formatCode="+0.000;-0.000;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D2A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C5DA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23A4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C5DA8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Cross-sectional model</c:v>
                  </c:pt>
                  <c:pt idx="1">
                    <c:v>Momentum score alone</c:v>
                  </c:pt>
                  <c:pt idx="2">
                    <c:v>Earlier composite score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0.076</c:v>
                </c:pt>
                <c:pt idx="1">
                  <c:v>-0.053</c:v>
                </c:pt>
                <c:pt idx="2">
                  <c:v>0.009</c:v>
                </c:pt>
              </c:numCache>
            </c:numRef>
          </c:val>
        </c:ser>
        <c:dLbls>
          <c:numFmt formatCode="+0.000;-0.000;0" sourceLinked="0"/>
          <c:txPr>
            <a:bodyPr/>
            <a:lstStyle/>
            <a:p>
              <a:pPr>
                <a:defRPr b="0" i="0" strike="noStrike" sz="1200" u="none">
                  <a:solidFill>
                    <a:srgbClr val="1D2A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D5B64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1"/>
          <c:min val="-0.08"/>
        </c:scaling>
        <c:delete val="0"/>
        <c:axPos val="b"/>
        <c:majorGridlines>
          <c:spPr>
            <a:ln w="6350" cap="flat">
              <a:solidFill>
                <a:srgbClr val="D5DCD6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B878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Ledger ranks stocks and crypto by how likely each is to beat the others over the next few days. Its distinguishing feature is honesty: every number comes with how much evidence supports it. It is also a vehicle for learning the full MLOps and platform stack.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first goal is the product; the second is the reason the project exists in this form. Every component maps to a skill used in production ML teams.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menu is grouped by the question each page answers. Every figure has a small question-mark help tooltip.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 choice is comparing assets with each other on the same day, rather than predicting each price on its own: the market's overall move is shared by every asset, so no single asset's history can predict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documented effects from the finance literature, not dozens of overlapping indicators. The model, not a human, decides how much each is worth.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result is shown with its uncertainty. The live track record scores each prediction after its holding period, so nothing can be adjusted afterwards.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earlier score averaged hand-made rules, one of which pointed the wrong way, so it cancelled out. The rebuilt model reaches the maximum the demo market allows, and finds nothing on a market without a signal.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Volatility is far more predictable than direction, which is why the Forecast and Volatility pages are the most reliable parts of the 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container image runs the server and the workers. The same chart deploys with one command (kube.sh) or through Flux.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engineering practices are as much part of the learning goal as the model itself.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results say nothing about real markets: the simulated market has one planted signal to check the model against.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value of the project is in the honesty of its measurements and in the platform around the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D2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09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87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 · October 2026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3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D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87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B878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B878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960120"/>
            <a:ext cx="731520" cy="0"/>
          </a:xfrm>
          <a:prstGeom prst="line">
            <a:avLst/>
          </a:prstGeom>
          <a:noFill/>
          <a:ln w="12700">
            <a:solidFill>
              <a:srgbClr val="3B485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143000"/>
            <a:ext cx="731520" cy="0"/>
          </a:xfrm>
          <a:prstGeom prst="line">
            <a:avLst/>
          </a:prstGeom>
          <a:noFill/>
          <a:ln w="12700">
            <a:solidFill>
              <a:srgbClr val="3B485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325880"/>
            <a:ext cx="731520" cy="0"/>
          </a:xfrm>
          <a:prstGeom prst="line">
            <a:avLst/>
          </a:prstGeom>
          <a:noFill/>
          <a:ln w="12700">
            <a:solidFill>
              <a:srgbClr val="3B485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502920" y="1097280"/>
            <a:ext cx="640080" cy="292608"/>
          </a:xfrm>
          <a:prstGeom prst="line">
            <a:avLst/>
          </a:prstGeom>
          <a:noFill/>
          <a:ln w="38100">
            <a:solidFill>
              <a:srgbClr val="7FD1A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600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</a:t>
            </a:r>
            <a:endParaRPr lang="en-US" sz="4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46888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9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US stocks and crypto, and showing honestly how much evidence there is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4290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7FD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research tool and an end-to-end MLOps learning project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goals, one project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5DC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463040"/>
            <a:ext cx="384048" cy="384048"/>
          </a:xfrm>
          <a:prstGeom prst="ellipse">
            <a:avLst/>
          </a:prstGeom>
          <a:solidFill>
            <a:srgbClr val="2C5DA8"/>
          </a:solidFill>
          <a:ln w="12700">
            <a:solidFill>
              <a:srgbClr val="2C5DA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0116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D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useful research tool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46888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D5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assets by their chance to beat the rest of their market over the next week, and say plainly whether that ranking is better than luck.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63440" y="1188720"/>
            <a:ext cx="402336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5DC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937760" y="1463040"/>
            <a:ext cx="384048" cy="384048"/>
          </a:xfrm>
          <a:prstGeom prst="ellipse">
            <a:avLst/>
          </a:prstGeom>
          <a:solidFill>
            <a:srgbClr val="6B4BC2"/>
          </a:solidFill>
          <a:ln w="12700">
            <a:solidFill>
              <a:srgbClr val="6B4BC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937760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937760" y="20116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D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MLOps platform to learn on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937760" y="246888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D5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what a production ML system needs end to end: training, a model registry, jobs, monitoring, Kubernetes, GitOps, CI/CD, backups.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886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4D5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financial advice: short-term returns are mostly noise, and the app is built to say so.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B878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dashboards, three questions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D5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stocks and crypto each get the same pages, with their own data and models.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651760" cy="32918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9525">
            <a:solidFill>
              <a:srgbClr val="D5DC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481328"/>
            <a:ext cx="347472" cy="347472"/>
          </a:xfrm>
          <a:prstGeom prst="ellipse">
            <a:avLst/>
          </a:prstGeom>
          <a:solidFill>
            <a:srgbClr val="1F7A5C"/>
          </a:solidFill>
          <a:ln w="12700">
            <a:solidFill>
              <a:srgbClr val="1F7A5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4813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49961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D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011680"/>
            <a:ext cx="2286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Outlook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4D5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Ranking, picks with weights, reasons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651760"/>
            <a:ext cx="2286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4D5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Likely price ranges, day and week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291840"/>
            <a:ext cx="2286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Volatility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4D5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big the swings will be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3931920"/>
            <a:ext cx="2286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4D5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Unusual moves, twice a day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46120" y="1325880"/>
            <a:ext cx="2651760" cy="32918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9525">
            <a:solidFill>
              <a:srgbClr val="D5DC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74720" y="1481328"/>
            <a:ext cx="347472" cy="347472"/>
          </a:xfrm>
          <a:prstGeom prst="ellipse">
            <a:avLst/>
          </a:prstGeom>
          <a:solidFill>
            <a:srgbClr val="2C5DA8"/>
          </a:solidFill>
          <a:ln w="12700">
            <a:solidFill>
              <a:srgbClr val="2C5DA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474720" y="14813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931920" y="149961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D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working?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3474720" y="2011680"/>
            <a:ext cx="2286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record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4D5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predictions, scored later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474720" y="2651760"/>
            <a:ext cx="2286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4D5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strategy replayed on past prices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474720" y="3291840"/>
            <a:ext cx="2286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vs actual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4D5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inputs carry signal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035040" y="1325880"/>
            <a:ext cx="2651760" cy="32918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9525">
            <a:solidFill>
              <a:srgbClr val="D5DC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63640" y="1481328"/>
            <a:ext cx="347472" cy="347472"/>
          </a:xfrm>
          <a:prstGeom prst="ellipse">
            <a:avLst/>
          </a:prstGeom>
          <a:solidFill>
            <a:srgbClr val="6B4BC2"/>
          </a:solidFill>
          <a:ln w="12700">
            <a:solidFill>
              <a:srgbClr val="6B4BC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63640" y="14813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720840" y="149961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D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it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263640" y="2011680"/>
            <a:ext cx="2286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4D5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settings fairly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263640" y="2651760"/>
            <a:ext cx="2286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4D5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Versions; pin or roll back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B878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prices to picks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517904" cy="2514600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 w="9525">
            <a:solidFill>
              <a:srgbClr val="D5DC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417320"/>
            <a:ext cx="347472" cy="347472"/>
          </a:xfrm>
          <a:prstGeom prst="ellipse">
            <a:avLst/>
          </a:prstGeom>
          <a:solidFill>
            <a:srgbClr val="1D2A33"/>
          </a:solidFill>
          <a:ln w="12700">
            <a:solidFill>
              <a:srgbClr val="1D2A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173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74520"/>
            <a:ext cx="1197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D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240280"/>
            <a:ext cx="119786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D5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years of daily prices and volumes (Yahoo Finance, or a simulated market in demo mode)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984248" y="2487168"/>
            <a:ext cx="137160" cy="0"/>
          </a:xfrm>
          <a:prstGeom prst="line">
            <a:avLst/>
          </a:prstGeom>
          <a:noFill/>
          <a:ln w="15875">
            <a:solidFill>
              <a:srgbClr val="7B878E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130552" y="1234440"/>
            <a:ext cx="1517904" cy="2514600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 w="9525">
            <a:solidFill>
              <a:srgbClr val="D5DC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313432" y="1417320"/>
            <a:ext cx="347472" cy="347472"/>
          </a:xfrm>
          <a:prstGeom prst="ellipse">
            <a:avLst/>
          </a:prstGeom>
          <a:solidFill>
            <a:srgbClr val="1D2A33"/>
          </a:solidFill>
          <a:ln w="12700">
            <a:solidFill>
              <a:srgbClr val="1D2A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313432" y="14173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313432" y="1874520"/>
            <a:ext cx="1197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D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2313432" y="2240280"/>
            <a:ext cx="119786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D5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well-known effects, each ranked against the other assets that day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0" y="2487168"/>
            <a:ext cx="137160" cy="0"/>
          </a:xfrm>
          <a:prstGeom prst="line">
            <a:avLst/>
          </a:prstGeom>
          <a:noFill/>
          <a:ln w="15875">
            <a:solidFill>
              <a:srgbClr val="7B878E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803904" y="1234440"/>
            <a:ext cx="1517904" cy="2514600"/>
          </a:xfrm>
          <a:prstGeom prst="roundRect">
            <a:avLst>
              <a:gd name="adj" fmla="val 4819"/>
            </a:avLst>
          </a:prstGeom>
          <a:solidFill>
            <a:srgbClr val="E2EAF6"/>
          </a:solidFill>
          <a:ln w="9525">
            <a:solidFill>
              <a:srgbClr val="D5DC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986784" y="1417320"/>
            <a:ext cx="347472" cy="347472"/>
          </a:xfrm>
          <a:prstGeom prst="ellipse">
            <a:avLst/>
          </a:prstGeom>
          <a:solidFill>
            <a:srgbClr val="2C5DA8"/>
          </a:solidFill>
          <a:ln w="12700">
            <a:solidFill>
              <a:srgbClr val="2C5DA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986784" y="14173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3986784" y="1874520"/>
            <a:ext cx="1197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D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3986784" y="2240280"/>
            <a:ext cx="119786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D5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ridge regression learns what each effect is worth, on dates before the test period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330952" y="2487168"/>
            <a:ext cx="137160" cy="0"/>
          </a:xfrm>
          <a:prstGeom prst="line">
            <a:avLst/>
          </a:prstGeom>
          <a:noFill/>
          <a:ln w="15875">
            <a:solidFill>
              <a:srgbClr val="7B878E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477256" y="1234440"/>
            <a:ext cx="1517904" cy="2514600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 w="9525">
            <a:solidFill>
              <a:srgbClr val="D5DC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60136" y="1417320"/>
            <a:ext cx="347472" cy="347472"/>
          </a:xfrm>
          <a:prstGeom prst="ellipse">
            <a:avLst/>
          </a:prstGeom>
          <a:solidFill>
            <a:srgbClr val="1D2A33"/>
          </a:solidFill>
          <a:ln w="12700">
            <a:solidFill>
              <a:srgbClr val="1D2A3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660136" y="14173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660136" y="1874520"/>
            <a:ext cx="1197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D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5660136" y="2240280"/>
            <a:ext cx="119786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D5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 ranked 0 to 100, with a calibrated chance to beat the field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004304" y="2487168"/>
            <a:ext cx="137160" cy="0"/>
          </a:xfrm>
          <a:prstGeom prst="line">
            <a:avLst/>
          </a:prstGeom>
          <a:noFill/>
          <a:ln w="15875">
            <a:solidFill>
              <a:srgbClr val="7B878E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150608" y="1234440"/>
            <a:ext cx="1517904" cy="2514600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 w="9525">
            <a:solidFill>
              <a:srgbClr val="D5DC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333488" y="1417320"/>
            <a:ext cx="347472" cy="347472"/>
          </a:xfrm>
          <a:prstGeom prst="ellipse">
            <a:avLst/>
          </a:prstGeom>
          <a:solidFill>
            <a:srgbClr val="1D2A33"/>
          </a:solidFill>
          <a:ln w="12700">
            <a:solidFill>
              <a:srgbClr val="1D2A3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333488" y="14173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7333488" y="1874520"/>
            <a:ext cx="1197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D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7333488" y="2240280"/>
            <a:ext cx="119786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D5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picks, at most three per sector, calmer assets weighted more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3977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D5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Retrained at every analysis, on demand or on a schedule. Stocks and crypto never share a model.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B878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effects with a reason to work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539496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34747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4D5B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Effect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4D5B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it might predict the next week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D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Short-term reversal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Yesterday's and last week's moves tend to partly reverse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D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12-month momentum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Longer trends continue (crypto: 30 and 90 days)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D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volatility, low beta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Calmer assets do better than their risk suggests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D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Stretched price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 above or below the 20-day average tends to pull back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D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52-week 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Prices near their yearly high tend to keep climbing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D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Lottery returns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Assets with sudden jumps tend to disappoint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D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Volume shocks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Quiet moves reverse more than moves on heavy volume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6126480" y="1097280"/>
            <a:ext cx="2560320" cy="3072384"/>
          </a:xfrm>
          <a:prstGeom prst="roundRect">
            <a:avLst>
              <a:gd name="adj" fmla="val 2857"/>
            </a:avLst>
          </a:prstGeom>
          <a:solidFill>
            <a:srgbClr val="E2EAF6"/>
          </a:solidFill>
          <a:ln w="9525">
            <a:solidFill>
              <a:srgbClr val="D5DCD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355080" y="12801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D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every day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6355080" y="164592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D5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input becomes its rank among the assets that day. Calm and turbulent periods become comparable and outliers harmless.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355080" y="27889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D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from history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355080" y="315468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D5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ridge regression finds each effect's weight and direction from history.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B878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better than luck?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D5DC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371600"/>
            <a:ext cx="384048" cy="384048"/>
          </a:xfrm>
          <a:prstGeom prst="ellipse">
            <a:avLst/>
          </a:prstGeom>
          <a:solidFill>
            <a:srgbClr val="2C5DA8"/>
          </a:solidFill>
          <a:ln w="12700">
            <a:solidFill>
              <a:srgbClr val="2C5DA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38988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D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IC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764792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D5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between the predicted order and what actually happened. 0 is no skill; 0.02 to 0.05 is good in practice.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14300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D5DC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92040" y="1371600"/>
            <a:ext cx="384048" cy="384048"/>
          </a:xfrm>
          <a:prstGeom prst="ellipse">
            <a:avLst/>
          </a:prstGeom>
          <a:solidFill>
            <a:srgbClr val="1F7A5C"/>
          </a:solidFill>
          <a:ln w="12700">
            <a:solidFill>
              <a:srgbClr val="1F7A5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92040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440680" y="138988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D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t-statistic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440680" y="1764792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D5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about 2 the result is unlikely to be luck. The app turns it into a verdict: luck, some evidence, strong evidence.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D5DC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2971800"/>
            <a:ext cx="384048" cy="384048"/>
          </a:xfrm>
          <a:prstGeom prst="ellipse">
            <a:avLst/>
          </a:prstGeom>
          <a:solidFill>
            <a:srgbClr val="6B4BC2"/>
          </a:solidFill>
          <a:ln w="12700">
            <a:solidFill>
              <a:srgbClr val="6B4BC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2971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299008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D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peeking at the future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3364992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D5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use only later dates, with a gap so no training label overlaps them.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63440" y="274320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D5DC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92040" y="2971800"/>
            <a:ext cx="384048" cy="384048"/>
          </a:xfrm>
          <a:prstGeom prst="ellipse">
            <a:avLst/>
          </a:prstGeom>
          <a:solidFill>
            <a:srgbClr val="B23A48"/>
          </a:solidFill>
          <a:ln w="12700">
            <a:solidFill>
              <a:srgbClr val="B23A4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92040" y="2971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440680" y="299008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D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locked period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5440680" y="3364992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D5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 never see the most recent days. A winner is checked there once.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B878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 when the model was rebuilt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51560"/>
          <a:ext cx="493776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5669280" y="1051560"/>
            <a:ext cx="3017520" cy="329184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D5DCD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897880" y="123444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+39 bp</a:t>
            </a:r>
            <a:endParaRPr lang="en-US" sz="3600" dirty="0"/>
          </a:p>
          <a:p>
            <a:pPr indent="0" marL="0">
              <a:buNone/>
            </a:pPr>
            <a:r>
              <a:rPr lang="en-US" sz="1200" dirty="0">
                <a:solidFill>
                  <a:srgbClr val="4D5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week after costs in the backtest (t = 3.2)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5897880" y="25146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Caveat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897880" y="2834640"/>
            <a:ext cx="2606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D5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demo market has one planted signal. Real large-cap stocks are much harder: an IC of 0.02 to 0.04 would be a good result.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B878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prices may be, not where they will be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D5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can say tomorrow's price. How far it is likely to move can be forecast, and checked.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874520"/>
            <a:ext cx="4754880" cy="384048"/>
          </a:xfrm>
          <a:prstGeom prst="roundRect">
            <a:avLst>
              <a:gd name="adj" fmla="val 14286"/>
            </a:avLst>
          </a:prstGeom>
          <a:solidFill>
            <a:srgbClr val="CADAF2"/>
          </a:solidFill>
          <a:ln w="12700">
            <a:solidFill>
              <a:srgbClr val="CADA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57400" y="1874520"/>
            <a:ext cx="2103120" cy="384048"/>
          </a:xfrm>
          <a:prstGeom prst="roundRect">
            <a:avLst>
              <a:gd name="adj" fmla="val 14286"/>
            </a:avLst>
          </a:prstGeom>
          <a:solidFill>
            <a:srgbClr val="2C5DA8"/>
          </a:solidFill>
          <a:ln w="12700">
            <a:solidFill>
              <a:srgbClr val="2C5DA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08960" y="1737360"/>
            <a:ext cx="0" cy="658368"/>
          </a:xfrm>
          <a:prstGeom prst="line">
            <a:avLst/>
          </a:prstGeom>
          <a:noFill/>
          <a:ln w="25400">
            <a:solidFill>
              <a:srgbClr val="1D2A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377440" y="24688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D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price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2057400" y="14630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Dark: half the time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8346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D5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bar: 9 times in 10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324612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D5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from each asset's volatility and the size of past moves, centred on today's price. Every range is stored and scored once its day or week has passed.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26480" y="1417320"/>
            <a:ext cx="2560320" cy="26517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D5DCD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55080" y="1600200"/>
            <a:ext cx="2148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90%</a:t>
            </a:r>
            <a:endParaRPr lang="en-US" sz="3600" dirty="0"/>
          </a:p>
          <a:p>
            <a:pPr indent="0" marL="0">
              <a:buNone/>
            </a:pPr>
            <a:r>
              <a:rPr lang="en-US" sz="1200" dirty="0">
                <a:solidFill>
                  <a:srgbClr val="4D5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wide ranges should hold. The app shows the real share, and an alert fires if it drops below 80%.</a:t>
            </a: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B878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3774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D5DCD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207008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22 web app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4D5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dashboards, signals, Chart.js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154680" y="1097280"/>
            <a:ext cx="2743200" cy="868680"/>
          </a:xfrm>
          <a:prstGeom prst="roundRect">
            <a:avLst>
              <a:gd name="adj" fmla="val 8421"/>
            </a:avLst>
          </a:prstGeom>
          <a:solidFill>
            <a:srgbClr val="E2EAF6"/>
          </a:solidFill>
          <a:ln w="9525">
            <a:solidFill>
              <a:srgbClr val="D5DC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291840" y="1207008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server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4D5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JSON API, /metrics, health checks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0" y="1097280"/>
            <a:ext cx="24688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D5DCD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55080" y="1207008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Yahoo Finance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4D5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Prices, company info, indices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23774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D5DCD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2395728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 (RQ + Redis)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4D5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Analyses, backtests, experiments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154680" y="2286000"/>
            <a:ext cx="27432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D5DCD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291840" y="2395728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/ SQLite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4D5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Runs, predictions, forecasts, alerts; Alembic migrations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17920" y="2286000"/>
            <a:ext cx="24688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D5DCD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55080" y="2395728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 registry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4D5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model version, champion, pin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474720"/>
            <a:ext cx="40690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D5DCD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4360" y="3584448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Kubernetes: Helm chart on k3d, Flux GitOps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4D5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Profiles for laptop and desktop, backups and restore, GHCR images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663440" y="3474720"/>
            <a:ext cx="4023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D5DCD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00600" y="3584448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+ Grafana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4D5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Service, data and model metrics; alerts on model skill and range coverage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834640" y="1527048"/>
            <a:ext cx="320040" cy="0"/>
          </a:xfrm>
          <a:prstGeom prst="line">
            <a:avLst/>
          </a:prstGeom>
          <a:noFill/>
          <a:ln w="15875">
            <a:solidFill>
              <a:srgbClr val="7B878E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217920" y="1527048"/>
            <a:ext cx="-320040" cy="0"/>
          </a:xfrm>
          <a:prstGeom prst="line">
            <a:avLst/>
          </a:prstGeom>
          <a:noFill/>
          <a:ln w="15875">
            <a:solidFill>
              <a:srgbClr val="7B878E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526280" y="1965960"/>
            <a:ext cx="0" cy="320040"/>
          </a:xfrm>
          <a:prstGeom prst="line">
            <a:avLst/>
          </a:prstGeom>
          <a:noFill/>
          <a:ln w="15875">
            <a:solidFill>
              <a:srgbClr val="7B878E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3154680" y="2715768"/>
            <a:ext cx="-320040" cy="0"/>
          </a:xfrm>
          <a:prstGeom prst="line">
            <a:avLst/>
          </a:prstGeom>
          <a:noFill/>
          <a:ln w="15875">
            <a:solidFill>
              <a:srgbClr val="7B878E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5897880" y="2715768"/>
            <a:ext cx="320040" cy="0"/>
          </a:xfrm>
          <a:prstGeom prst="line">
            <a:avLst/>
          </a:prstGeom>
          <a:noFill/>
          <a:ln w="15875">
            <a:solidFill>
              <a:srgbClr val="7B878E"/>
            </a:solidFill>
            <a:prstDash val="solid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B878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like a production system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D5DCD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2344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C5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8288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D5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workflows: tests, Kubernetes, release, daily prediction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46120" y="109728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D5DCD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74720" y="12344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C5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18288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D5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versions tested, plus PostgreSQL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35040" y="109728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D5DCD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63640" y="12344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C5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~45 min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18288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D5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CI: deploy, scale out, GitOps, lose a volume and restore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743200"/>
            <a:ext cx="8229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D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change starts as a GitHub issue, lands as a squash-merged pull request with green checks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D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scanned for vulnerabilities (Grype), code scanned (CodeQL), Dependabot updates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D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offline on a simulated market: a model must find a planted signal and find nothing without one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D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AGENTS.md gives coding agents the project's map, rules and definition of done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B878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D5DCD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3441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C5D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./run.sh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3566160" y="13716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D5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mode: a simulated market, nothing to configure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D5DCD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23042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C5D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./run.sh --live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3566160" y="23317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D5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prices from Yahoo Finance, kept in a separate database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06324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D5DCD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32644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C5D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./kube.sh --live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566160" y="32918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D5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platform on a local Kubernetes cluster, with monitoring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4D5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scripts fetch the latest main, install what is missing, and open the app in the browser.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B878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by design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417320"/>
            <a:ext cx="384048" cy="384048"/>
          </a:xfrm>
          <a:prstGeom prst="ellipse">
            <a:avLst/>
          </a:prstGeom>
          <a:solidFill>
            <a:srgbClr val="B23A48"/>
          </a:solidFill>
          <a:ln w="12700">
            <a:solidFill>
              <a:srgbClr val="B23A4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43560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82880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returns are mostly noise. Expect modest skill on real stocks, and judge it on the live track record over months, not days.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788920"/>
            <a:ext cx="384048" cy="384048"/>
          </a:xfrm>
          <a:prstGeom prst="ellipse">
            <a:avLst/>
          </a:prstGeom>
          <a:solidFill>
            <a:srgbClr val="1F7A5C"/>
          </a:solidFill>
          <a:ln w="12700">
            <a:solidFill>
              <a:srgbClr val="1F7A5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788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280720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320040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one analysis per price date in the track record, a 7-day horizon for crypto, a champion and challenger model, and safe hosting behind a login.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4251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FD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github.com/elyr/stock-market-predictor · Research tool, not financial advice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Ledger: ranking stocks and crypto, honestly</dc:title>
  <dc:subject>What Ledger is, how it works and what it is for</dc:subject>
  <dc:creator>Ledger project</dc:creator>
  <cp:lastModifiedBy>Ledger project</cp:lastModifiedBy>
  <cp:revision>1</cp:revision>
  <dcterms:created xsi:type="dcterms:W3CDTF">2026-10-30T17:50:36Z</dcterms:created>
  <dcterms:modified xsi:type="dcterms:W3CDTF">2026-10-30T17:50:36Z</dcterms:modified>
</cp:coreProperties>
</file>